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演示密语 WENDU-PPTX-ALPHA-5520</a:t>
            </a:r>
          </a:p>
          <a:p>
            <a:pPr>
              <a:defRPr sz="1800"/>
            </a:pPr>
            <a:r>
              <a:t>讲者：顾青禾 · 主题：多格式切片质检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